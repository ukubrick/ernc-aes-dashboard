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9" r:id="rId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>
        <p:scale>
          <a:sx n="50" d="100"/>
          <a:sy n="50" d="100"/>
        </p:scale>
        <p:origin x="128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04933-4C26-4A2E-BD61-48DCCE489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7142F4-76C3-4DFC-B3C4-E83551866C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E9FA2A-E185-4F4C-8022-05ABB7031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03-09-2020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D8CD5D-B7F0-45AF-BBCF-C647086D0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19A656-F781-492A-942D-0768F5AE0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4481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954CF5-D967-4534-9A67-850F5E46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726569-7CD3-4DAC-9A25-FB96BE6A2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E89EE1-315E-453F-A7F7-048D442C4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03-09-2020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33C8DE-BBC3-466C-AE25-BE8025FE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A663FA-DE00-47A5-91F8-368627CE8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952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C9A0BC-FB0B-470F-AD90-2F06ADC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146805-74E0-4B29-9FC5-CF9AF65C4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8E4D34-55C9-4D2D-BD54-EF28EDC5E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03-09-2020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F02CCE-F19A-4C6F-9CBF-B7DF533E4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C40B78-F146-42A1-A33F-B829B317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5969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85DCA-57FB-45A8-B86D-276EFB6EB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ECFB51-ACC5-4D51-939C-993BD26EC2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4B5EB5-390E-4891-9D09-7A7B475E5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D8AFE6-EEAC-4D92-8B37-CFB596679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03-09-2020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4E2A47-8940-4396-9E1A-35ED6FDA2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132290-BB0D-4285-842B-DA5E7114B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068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0D33AE-35E8-4BBD-9158-9244F5F86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E4A083-F7B7-4847-A1CC-C2E73463E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B46364-76BE-4097-A46A-EFB314F2E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9E2622E-B9DF-4C2F-B71F-680E3259E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C0D5921-9D03-4240-A58D-1865BF94DA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DB6B0B-691B-411B-8280-5ADEFCD5D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03-09-2020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30869B-2882-45F6-87F1-4969B6F61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25A13A0-0172-415E-91EB-3941D8F4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2793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EDE52-5A0D-4D87-B8AE-A6F7A3526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D03A1F3-4D0E-43F5-AEA1-48D8114AD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03-09-2020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DD289D7-5DF0-40DD-B6F0-ABAE13EF5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3757D46-8F09-405B-9D02-F39226F56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3099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2C55973-019B-4A8C-93F5-B3C9D1BB5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03-09-2020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976825-D088-4023-A822-21754F5B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8D56C-7EB8-443D-A14E-363BC8455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6178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6C787-0528-46E7-9FE5-3ACE0ACC5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9DA2BD-878F-405F-9B4A-F6E719DD5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CFCF38F-D499-4FE6-B99E-6DD61C49C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F405C3-8C59-4945-9936-A7BB3C44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03-09-2020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A7E832-9A2A-486A-A53E-8A2C63197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B2CD97-32DB-499E-A4D0-DD40068D8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91920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5B0E2-1633-413F-96A7-96D9FEDD3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8110414-9464-4AF8-8097-C9D2AED3C6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F84AEC-7724-4A73-8635-EC714D99B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623092-3922-40A9-BCE1-CFD725A3C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03-09-2020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F13EF-027B-4A55-836D-513E38CA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2E75E4-B5D8-4500-BFC5-1A26FA451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83382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FEE0B6-770C-4CB3-BD70-1C2E5D51E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ACBB2D-594D-4650-91E5-E3B285A1B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2E8412-6A60-4EB1-B432-7599D920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03-09-2020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734AA9-673C-4897-878A-85CBE7D49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C609D4-C837-42E8-8776-81740010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89073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F3854B-F28A-475B-BDF7-9DD6740B7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1F05D89-5CE9-4C4F-AB80-BA77A2D73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DE269D-32A3-4CE6-B75A-19EED2CEA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DFA2-E363-4E35-B5EF-E178A7DB86C4}" type="datetimeFigureOut">
              <a:rPr lang="es-CL" smtClean="0"/>
              <a:t>03-09-2020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27C98E-167B-43B6-910A-157EC07B5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5D44AB-ABAC-439F-B664-CDC6345F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24373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0180F65-953E-45E7-BE81-D449928B7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C00896-F3A3-40BE-81BD-339B2C64D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A7F1F4-6714-4603-A9C7-7086B8931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EDFA2-E363-4E35-B5EF-E178A7DB86C4}" type="datetimeFigureOut">
              <a:rPr lang="es-CL" smtClean="0"/>
              <a:t>03-09-2020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C477B1-E03E-4820-9034-A6F692F015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B1C142-E54B-48D0-97EF-D9FDDCEF7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533D4-E781-4825-B27C-8ED4833D53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14403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../Desktop/SIPC%20Los%20Olmos-%20Mesa/10.%20proceso%20SIPC%20LO/0.%20FIT/Carpeta%20CEN%20Los%20Olmos-Nordex/Centrales-UG/LOL-D-RDP-CIV-00005-R00%20Disposici&#243;n%20general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E7A85-D0D3-43BE-83B1-969EC9A35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u="sng" dirty="0"/>
              <a:t>Descripción</a:t>
            </a:r>
            <a:endParaRPr lang="es-CL" b="1" u="sng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0856A0-5248-48B3-B0B9-035F4D5AD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La principal obra del proyecto será la instalación de 23 aerogeneradores con capacidad de 4,8 MW y una Subestación Seccionadora Los Olmos 220kV.</a:t>
            </a:r>
          </a:p>
          <a:p>
            <a:r>
              <a:rPr lang="es-ES" dirty="0"/>
              <a:t>Los aerogeneradores están constituidos, básicamente, por tres componentes: Aspas, torre y góndola o nacela. Las aspas y góndolas están construidas de fibra de vidrio (CFRP) y resina reforzada, mientras que la torre está compuesta de acero tubular.</a:t>
            </a:r>
          </a:p>
          <a:p>
            <a:r>
              <a:rPr lang="es-ES" dirty="0"/>
              <a:t>Las aspas incorporan la energía del viento rotando y transmitiéndola hacia el eje principal. El eje gira y transmite la energía a través de una caja de cambios, dentro de una estructura llamada góndola, la cual aumenta las revoluciones de giro de las aspas. </a:t>
            </a:r>
          </a:p>
          <a:p>
            <a:r>
              <a:rPr lang="es-ES" dirty="0"/>
              <a:t>El aerogenerador cumplirá con los requisitos de generación de energía en relación a la dinámica de los vientos en la zona, medidos por más de un año, y provocará el menor impacto al medio ambiente, en comparación a la generación de energía eléctrica por medio de termoeléctricas en base a </a:t>
            </a:r>
            <a:r>
              <a:rPr lang="es-ES" dirty="0" err="1"/>
              <a:t>diesel</a:t>
            </a:r>
            <a:r>
              <a:rPr lang="es-ES" dirty="0"/>
              <a:t>, gas o carbón.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4392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0B36BC-9F94-4EB5-88A2-6EA814F67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2594" y="596900"/>
            <a:ext cx="9144000" cy="1840827"/>
          </a:xfrm>
        </p:spPr>
        <p:txBody>
          <a:bodyPr>
            <a:normAutofit fontScale="90000"/>
          </a:bodyPr>
          <a:lstStyle/>
          <a:p>
            <a:pPr algn="just"/>
            <a:r>
              <a:rPr lang="es-ES" sz="4400" b="1" u="sng" dirty="0"/>
              <a:t>Ubicación</a:t>
            </a:r>
            <a:br>
              <a:rPr lang="es-ES" sz="1600" dirty="0"/>
            </a:br>
            <a:br>
              <a:rPr lang="es-ES" sz="1600" dirty="0"/>
            </a:br>
            <a:r>
              <a:rPr lang="es-ES" sz="2700" dirty="0">
                <a:latin typeface="+mn-lt"/>
                <a:ea typeface="+mn-ea"/>
                <a:cs typeface="+mn-cs"/>
              </a:rPr>
              <a:t>El Parque se sitúa en la comuna de Mulchén, provincia de Bio-Bio en la región del Bio-Bio (VIII Región), concretamente a unos 24 Km desde la localidad de Mulchén, cuyo acceso se realizará desde la</a:t>
            </a:r>
            <a:br>
              <a:rPr lang="es-ES" sz="2700" dirty="0">
                <a:latin typeface="+mn-lt"/>
                <a:ea typeface="+mn-ea"/>
                <a:cs typeface="+mn-cs"/>
              </a:rPr>
            </a:br>
            <a:r>
              <a:rPr lang="es-CL" sz="2700" dirty="0">
                <a:latin typeface="+mn-lt"/>
                <a:ea typeface="+mn-ea"/>
                <a:cs typeface="+mn-cs"/>
              </a:rPr>
              <a:t>carretera Q860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C61220A-074A-4449-8991-BFC9A0138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76" y="2734245"/>
            <a:ext cx="3353205" cy="337205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C91D625-1005-42A1-A6E7-10A377213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395" y="2410578"/>
            <a:ext cx="3164006" cy="401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026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537387-D3D8-4379-8F82-284D1436D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9725"/>
            <a:ext cx="10515600" cy="1325563"/>
          </a:xfrm>
        </p:spPr>
        <p:txBody>
          <a:bodyPr/>
          <a:lstStyle/>
          <a:p>
            <a:r>
              <a:rPr lang="es-CL" dirty="0"/>
              <a:t>Ver plano de Emplazamiento de Aerogeneradores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5D5F9A5-CCDC-4EFD-87D1-A788F50C6115}"/>
              </a:ext>
            </a:extLst>
          </p:cNvPr>
          <p:cNvSpPr/>
          <p:nvPr/>
        </p:nvSpPr>
        <p:spPr>
          <a:xfrm>
            <a:off x="932247" y="2103437"/>
            <a:ext cx="45363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dirty="0">
                <a:hlinkClick r:id="rId2" action="ppaction://hlinkfile"/>
              </a:rPr>
              <a:t>LOL-D-RDP-CIV-00005-R00 Disposición general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574166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188</Words>
  <Application>Microsoft Office PowerPoint</Application>
  <PresentationFormat>Panorámica</PresentationFormat>
  <Paragraphs>8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Descripción</vt:lpstr>
      <vt:lpstr>Ubicación  El Parque se sitúa en la comuna de Mulchén, provincia de Bio-Bio en la región del Bio-Bio (VIII Región), concretamente a unos 24 Km desde la localidad de Mulchén, cuyo acceso se realizará desde la carretera Q860</vt:lpstr>
      <vt:lpstr>Ver plano de Emplazamiento de Aerogeneradores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Parque se sitúa en la comuna de Mulchén, provincia de Biobio en la región del Biobio (VIII Región), concretamente a unos 24 Km desde la localidad de Mulchén, cuyo acceso se realizará desde la carretera Q860</dc:title>
  <dc:creator>Maria L. Barra Sepulveda</dc:creator>
  <cp:lastModifiedBy>Yerko A. Zambon Ricci</cp:lastModifiedBy>
  <cp:revision>4</cp:revision>
  <dcterms:created xsi:type="dcterms:W3CDTF">2020-09-02T21:26:39Z</dcterms:created>
  <dcterms:modified xsi:type="dcterms:W3CDTF">2020-09-03T19:17:47Z</dcterms:modified>
</cp:coreProperties>
</file>